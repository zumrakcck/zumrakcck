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Pet Care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Evcil hayvan bakım, hatırlatıcı, AI öneri ve premium yönetim sistemi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Problem ve Amaç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Pet sahipleri bakım, aşı, ilaç ve aktivite bilgilerini farklı yerlerde takip ediyor.</a:t>
            </a:r>
          </a:p>
          <a:p>
            <a:pPr>
              <a:spcAft>
                <a:spcPts val="1200"/>
              </a:spcAft>
              <a:defRPr sz="2200"/>
            </a:pPr>
            <a:r>
              <a:t>Sistem tüm bakım süreçlerini tek panelde birleştirir.</a:t>
            </a:r>
          </a:p>
          <a:p>
            <a:pPr>
              <a:spcAft>
                <a:spcPts val="1200"/>
              </a:spcAft>
              <a:defRPr sz="2200"/>
            </a:pPr>
            <a:r>
              <a:t>Admin, kullanıcı ve premium durumlarını raporlarla izler.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Temel Aktörler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Pet Owner: kayıt olur, pet ve hatırlatıcı yönetir, AI ile sohbet eder.</a:t>
            </a:r>
          </a:p>
          <a:p>
            <a:pPr>
              <a:spcAft>
                <a:spcPts val="1200"/>
              </a:spcAft>
              <a:defRPr sz="2200"/>
            </a:pPr>
            <a:r>
              <a:t>Admin: kullanıcıları, premium durumlarını ve raporları yönetir.</a:t>
            </a:r>
          </a:p>
          <a:p>
            <a:pPr>
              <a:spcAft>
                <a:spcPts val="1200"/>
              </a:spcAft>
              <a:defRPr sz="2200"/>
            </a:pPr>
            <a:r>
              <a:t>Sistem servisleri: doğrulama, ödeme işleme ve AI öneri üretimi sağlar.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Use Case Kapsamı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Register / Login, Add Pet, View Pets, View Reminders ve Track Daily Activities.</a:t>
            </a:r>
          </a:p>
          <a:p>
            <a:pPr>
              <a:spcAft>
                <a:spcPts val="1200"/>
              </a:spcAft>
              <a:defRPr sz="2200"/>
            </a:pPr>
            <a:r>
              <a:t>Chat with AI akışı istek doğrulama ve veteriner önerisini kapsar.</a:t>
            </a:r>
          </a:p>
          <a:p>
            <a:pPr>
              <a:spcAft>
                <a:spcPts val="1200"/>
              </a:spcAft>
              <a:defRPr sz="2200"/>
            </a:pPr>
            <a:r>
              <a:t>Activate Premium, ödeme başarılıysa premium açar; hatada kullanıcıya bilgi verir.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Teknik Tasarım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Bağımlılıksız HTML, CSS ve JavaScript ile çalışan prototip.</a:t>
            </a:r>
          </a:p>
          <a:p>
            <a:pPr>
              <a:spcAft>
                <a:spcPts val="1200"/>
              </a:spcAft>
              <a:defRPr sz="2200"/>
            </a:pPr>
            <a:r>
              <a:t>LocalStorage üzerinde örnek veri saklama ve dashboard güncelleme.</a:t>
            </a:r>
          </a:p>
          <a:p>
            <a:pPr>
              <a:spcAft>
                <a:spcPts val="1200"/>
              </a:spcAft>
              <a:defRPr sz="2200"/>
            </a:pPr>
            <a:r>
              <a:t>Dokümanlardaki sınıflar ve veritabanı tabloları kod ekranlarıyla uyumludur.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Sonuç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Teslim paketinde proje kodları, use case dokümantasyonu ve tüm diyagram çıktıları bulunur.</a:t>
            </a:r>
          </a:p>
          <a:p>
            <a:pPr>
              <a:spcAft>
                <a:spcPts val="1200"/>
              </a:spcAft>
              <a:defRPr sz="2200"/>
            </a:pPr>
            <a:r>
              <a:t>Her diyagram için JPEG görseli ve VPD kaynak dosyası eklenmiştir.</a:t>
            </a:r>
          </a:p>
          <a:p>
            <a:pPr>
              <a:spcAft>
                <a:spcPts val="1200"/>
              </a:spcAft>
              <a:defRPr sz="2200"/>
            </a:pPr>
            <a:r>
              <a:t>Prototip tarayıcıda src/index.html açılarak çalıştırılabilir.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